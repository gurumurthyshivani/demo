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FDB9E68-8CEF-4D7E-BFAE-46B89CED848A}">
          <p14:sldIdLst>
            <p14:sldId id="25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CC43E-422C-4671-BAF7-583A4B1B5D41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8C1B9-46A6-4A73-998A-B647452C8C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917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F9F5-E448-AF9B-06EC-7391B5F20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4A372-FCAD-9F1D-F956-2E3FA6031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BF91-4248-F88C-C0D9-D604ED50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7B992-43AA-1DD4-47C2-5CB2C3989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6B3E7-BC34-E1A8-B600-77A7D08C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97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8909-C02A-9630-C0FD-E24CC89C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06234-2471-5A73-5387-D36AE4C12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062D9-236E-E526-9CCF-C5D8A5A4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A5514-B27F-CFE5-545F-6D1E17FA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07297-896B-85F0-77BB-D00633AF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32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A018-135A-8817-D8DF-2EA928D4A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6E92-C4A2-1F05-5BF2-406EC1D6D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E4673-11E9-3F96-E104-39DA38355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82AC7-7CB1-C6E9-EC64-F624BFC7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F53EE-3125-01FC-4421-8E0F060B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31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353FC-119E-5381-9AC8-ADE49922D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74999-8B28-F538-084E-1B6ED9C09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3B65A-6756-9D39-3E15-003ACA54E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252DF-5604-9095-E6DE-F20E53D0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4F220-E163-2AC4-38ED-33940F8D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5E359-03E7-034B-0A31-DF049249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91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C4E4-ADBA-ECAA-61B0-A2DF9505F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950C-2FD2-9A68-9155-D004F99F1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D53EF-8AE0-06A6-4A43-0C2224102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E259A-4211-9C8C-46DD-87159DD6B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6711-29F8-85DF-5C05-FF6937008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E2C27-F814-8EDF-AE3E-4A0846C9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F0995-B7EC-C131-FA7C-C5B38479F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E4B1C-974E-63AF-A2AE-BD80FAF3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63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9E07-0A4E-1564-CED6-1A478B40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BA8746-3F45-6021-796C-6CEC787C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DAD60-8AEB-847E-4CA2-DB8AE7D4F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4BC4A-B5D3-1F00-2EC7-D4068254A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82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C3DD6A-AE20-93B6-516E-35C071F23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EA7E7-7274-D5CF-1AC0-A3DF504B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6D776-4E12-86F0-1E37-B8FC3197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63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33446-2380-AC74-194E-061E2713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11ADD-4945-647F-945E-02F072C7A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EA541-01F6-98A4-8495-54756A3F7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3BD1F-CC93-0125-17C7-1B88E289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92801-0EF1-79AA-9557-84E896D3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CBA24-DD44-3187-FD00-987A63261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06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9B2B-F53C-7868-6159-9C1584D8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FD137A-95CF-6567-B678-3E4F358C7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93CD1-DC3F-DAFB-A1AB-59FE47F70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A63AF-50D0-97A6-08C3-347DEECF4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58265-C422-A754-311C-16FCD965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DD1B9-B2F4-A3E1-00D9-8A8391C9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2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8478-05E6-E3DE-36E4-AD713FC7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DE9C7-7B76-38BB-2AD4-298EE3CDE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0C829-74ED-6FD1-DD95-A3612E27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FBCED-4462-E1E2-302B-5D3C95E6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8A624-4506-2E11-189B-A533095F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73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396BB0-1E77-09FF-8079-29F7DF544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4FB7A-CC24-24BB-0277-04BC08969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6E848-943C-2425-61E6-EFE04D11D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65720-64AB-776A-5951-4F51ABEE7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446A7-2A6B-DD9B-C35B-1C02BB2D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48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1E51BE-7E3C-EE54-6E8C-1B34E4351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0EEEB-58D9-2C0B-27DC-917CFBDD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C3440-F4F0-8EFC-3FC9-064D4C48A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99A6F-24D1-40BE-8913-D75B7296C654}" type="datetimeFigureOut">
              <a:rPr lang="en-US" smtClean="0"/>
              <a:t>8/9/2024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C3E1D-DBD0-50BC-3623-E60C6CA00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07A27-B9FE-E433-EA20-2A03D850E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E3AED-5EDF-4DC9-9D56-AA2BD73EE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E084-E4DC-EAB3-04DC-D3C97D7A8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782174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Algerian" panose="04020705040A02060702" pitchFamily="82" charset="0"/>
              </a:rPr>
              <a:t>ON 15</a:t>
            </a:r>
            <a:r>
              <a:rPr lang="en-US" sz="3600" baseline="30000" dirty="0">
                <a:latin typeface="Algerian" panose="04020705040A02060702" pitchFamily="82" charset="0"/>
              </a:rPr>
              <a:t>TH</a:t>
            </a:r>
            <a:r>
              <a:rPr lang="en-US" sz="3600" dirty="0">
                <a:latin typeface="Algerian" panose="04020705040A02060702" pitchFamily="82" charset="0"/>
              </a:rPr>
              <a:t> AUGUST</a:t>
            </a:r>
            <a:br>
              <a:rPr lang="en-US" sz="3600" dirty="0">
                <a:latin typeface="Algerian" panose="04020705040A02060702" pitchFamily="82" charset="0"/>
              </a:rPr>
            </a:br>
            <a:r>
              <a:rPr lang="en-US" sz="3600" dirty="0">
                <a:latin typeface="Algerian" panose="04020705040A02060702" pitchFamily="82" charset="0"/>
              </a:rPr>
              <a:t>FREE CAMP</a:t>
            </a:r>
            <a:br>
              <a:rPr lang="en-US" sz="3600" dirty="0">
                <a:latin typeface="Algerian" panose="04020705040A02060702" pitchFamily="82" charset="0"/>
              </a:rPr>
            </a:br>
            <a:r>
              <a:rPr lang="en-US" sz="3600" dirty="0">
                <a:latin typeface="Algerian" panose="04020705040A02060702" pitchFamily="82" charset="0"/>
              </a:rPr>
              <a:t>SAI VANI HOSPITAL </a:t>
            </a:r>
            <a:br>
              <a:rPr lang="en-US" sz="3600" dirty="0">
                <a:latin typeface="Algerian" panose="04020705040A02060702" pitchFamily="82" charset="0"/>
              </a:rPr>
            </a:br>
            <a:r>
              <a:rPr lang="en-US" sz="2000" dirty="0">
                <a:latin typeface="Algerian" panose="04020705040A02060702" pitchFamily="82" charset="0"/>
              </a:rPr>
              <a:t>(A UNIT OF RUDHIRA HEALTH SERVICES 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B3B29-583A-5F13-2F83-74B669C2C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952089"/>
            <a:ext cx="5160963" cy="552986"/>
          </a:xfrm>
        </p:spPr>
        <p:txBody>
          <a:bodyPr/>
          <a:lstStyle/>
          <a:p>
            <a:pPr algn="ctr"/>
            <a:r>
              <a:rPr lang="en-US" dirty="0"/>
              <a:t>TESTS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6EF56-E462-399B-D311-06B2637BF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58957"/>
            <a:ext cx="5016482" cy="3230706"/>
          </a:xfrm>
        </p:spPr>
        <p:txBody>
          <a:bodyPr>
            <a:normAutofit lnSpcReduction="10000"/>
          </a:bodyPr>
          <a:lstStyle/>
          <a:p>
            <a:r>
              <a:rPr lang="en-US" sz="11500" b="1" dirty="0"/>
              <a:t>RBS</a:t>
            </a:r>
          </a:p>
          <a:p>
            <a:r>
              <a:rPr lang="en-US" sz="11500" b="1" dirty="0"/>
              <a:t>BP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1DA20-47BD-4045-2186-C680FE19C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2089"/>
            <a:ext cx="4944438" cy="552985"/>
          </a:xfrm>
        </p:spPr>
        <p:txBody>
          <a:bodyPr/>
          <a:lstStyle/>
          <a:p>
            <a:pPr algn="ctr"/>
            <a:r>
              <a:rPr lang="en-US" dirty="0"/>
              <a:t>SPL TEST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FEE4A-1CDE-9ED9-929C-1A65338FC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8955"/>
            <a:ext cx="5016482" cy="3230707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sz="13800" b="1" dirty="0"/>
              <a:t>ECG</a:t>
            </a:r>
          </a:p>
        </p:txBody>
      </p:sp>
    </p:spTree>
    <p:extLst>
      <p:ext uri="{BB962C8B-B14F-4D97-AF65-F5344CB8AC3E}">
        <p14:creationId xmlns:p14="http://schemas.microsoft.com/office/powerpoint/2010/main" val="255793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1A4B3-8A90-2C1D-B98F-B682BCAF3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658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highlight>
                  <a:srgbClr val="FF0000"/>
                </a:highlight>
              </a:rPr>
              <a:t>15</a:t>
            </a:r>
            <a:r>
              <a:rPr lang="en-US" b="1" baseline="30000" dirty="0">
                <a:highlight>
                  <a:srgbClr val="FF0000"/>
                </a:highlight>
              </a:rPr>
              <a:t>TH</a:t>
            </a:r>
            <a:r>
              <a:rPr lang="en-US" b="1" dirty="0">
                <a:highlight>
                  <a:srgbClr val="FF0000"/>
                </a:highlight>
              </a:rPr>
              <a:t> AUGUST SPL HEALTH CAMP </a:t>
            </a:r>
            <a:br>
              <a:rPr lang="en-US" b="1" dirty="0">
                <a:highlight>
                  <a:srgbClr val="FF0000"/>
                </a:highlight>
              </a:rPr>
            </a:br>
            <a:r>
              <a:rPr lang="en-US" b="1" dirty="0">
                <a:highlight>
                  <a:srgbClr val="FF0000"/>
                </a:highlight>
              </a:rPr>
              <a:t>FREE</a:t>
            </a:r>
            <a:br>
              <a:rPr lang="en-US" b="1" dirty="0">
                <a:highlight>
                  <a:srgbClr val="FF0000"/>
                </a:highlight>
              </a:rPr>
            </a:br>
            <a:r>
              <a:rPr lang="en-US" b="1" dirty="0">
                <a:highlight>
                  <a:srgbClr val="FF0000"/>
                </a:highlight>
              </a:rPr>
              <a:t>AT COMMUNITY HALL</a:t>
            </a:r>
            <a:br>
              <a:rPr lang="en-US" b="1" dirty="0">
                <a:highlight>
                  <a:srgbClr val="FF0000"/>
                </a:highlight>
              </a:rPr>
            </a:br>
            <a:br>
              <a:rPr lang="en-US" b="1" dirty="0">
                <a:highlight>
                  <a:srgbClr val="FF0000"/>
                </a:highlight>
              </a:rPr>
            </a:br>
            <a:r>
              <a:rPr lang="en-US" sz="6000" b="1" dirty="0">
                <a:solidFill>
                  <a:srgbClr val="002060"/>
                </a:solidFill>
              </a:rPr>
              <a:t>BP/RBS/THYROID &amp;ECG</a:t>
            </a:r>
            <a:br>
              <a:rPr lang="en-US" sz="7200" b="1" dirty="0">
                <a:solidFill>
                  <a:srgbClr val="002060"/>
                </a:solidFill>
              </a:rPr>
            </a:br>
            <a:br>
              <a:rPr lang="en-US" b="1" dirty="0"/>
            </a:br>
            <a:r>
              <a:rPr lang="en-US" sz="7200" b="1" dirty="0">
                <a:highlight>
                  <a:srgbClr val="00FF00"/>
                </a:highlight>
              </a:rPr>
              <a:t>SAI VANI HOSPITAL </a:t>
            </a:r>
            <a:br>
              <a:rPr lang="en-US" sz="7200" b="1" dirty="0">
                <a:highlight>
                  <a:srgbClr val="00FF00"/>
                </a:highlight>
              </a:rPr>
            </a:br>
            <a:r>
              <a:rPr lang="en-US" sz="3200" b="1" dirty="0">
                <a:solidFill>
                  <a:srgbClr val="FF0000"/>
                </a:solidFill>
                <a:highlight>
                  <a:srgbClr val="00FF00"/>
                </a:highlight>
              </a:rPr>
              <a:t>(A UNIT OF RUDHIRA HEALTH SERVICES)</a:t>
            </a:r>
          </a:p>
        </p:txBody>
      </p:sp>
    </p:spTree>
    <p:extLst>
      <p:ext uri="{BB962C8B-B14F-4D97-AF65-F5344CB8AC3E}">
        <p14:creationId xmlns:p14="http://schemas.microsoft.com/office/powerpoint/2010/main" val="301666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60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Arial</vt:lpstr>
      <vt:lpstr>Calibri</vt:lpstr>
      <vt:lpstr>Calibri Light</vt:lpstr>
      <vt:lpstr>Office Theme</vt:lpstr>
      <vt:lpstr>ON 15TH AUGUST FREE CAMP SAI VANI HOSPITAL  (A UNIT OF RUDHIRA HEALTH SERVICES )</vt:lpstr>
      <vt:lpstr>15TH AUGUST SPL HEALTH CAMP  FREE AT COMMUNITY HALL  BP/RBS/THYROID &amp;ECG  SAI VANI HOSPITAL  (A UNIT OF RUDHIRA HEALTH SERVICES)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 gurumurthy</dc:creator>
  <cp:lastModifiedBy>shivani gurumurthy</cp:lastModifiedBy>
  <cp:revision>4</cp:revision>
  <dcterms:created xsi:type="dcterms:W3CDTF">2024-08-09T16:15:00Z</dcterms:created>
  <dcterms:modified xsi:type="dcterms:W3CDTF">2024-08-09T16:38:40Z</dcterms:modified>
</cp:coreProperties>
</file>